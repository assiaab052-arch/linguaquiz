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1479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Web pour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l'Apprentissage des Langues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06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Projet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: Abouzraa Assia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: 2024 – 2025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424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" y="1005840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607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55648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9222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1755648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105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5420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2505456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560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de l'Existant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255264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41248" y="3255264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Architecture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4005072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4164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1248" y="4005072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599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</a:t>
            </a:r>
            <a:r>
              <a:rPr lang="en-US" sz="1300" dirty="0" err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Lapplication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42416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230368" y="1005840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10607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Principales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1755648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792224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30368" y="1755648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18105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/>
              <a:t>Chatbot IA - </a:t>
            </a:r>
            <a:r>
              <a:rPr lang="en-US" sz="1300" dirty="0" err="1"/>
              <a:t>gemini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2505456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542032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230368" y="2505456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2560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Validation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54880" y="3255264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291840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230368" y="3255264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3101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Perspectives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754880" y="4005072"/>
            <a:ext cx="475488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041648"/>
            <a:ext cx="4754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230368" y="4005072"/>
            <a:ext cx="3840480" cy="4572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40599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Contexte &amp; Problématique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L'apprentissage des langues étrangères est devenu un besoin essentiel dans un monde globalisé.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méthodes traditionnelles (manuels, cours en présentiel) montrent leurs limites face aux besoins actuels des apprenants.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numérique offre une opportunité unique de rendre l'apprentissage plus accessible, interactif et personnalisé.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06240" cy="35661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09160" y="1481328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concevoir et développer une application web qui facilite l'apprentissage des langues de façon interactive, progressive et accessible à tous les niveaux ?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Enjeux identifiés :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Manque d'interactivité des outils existants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suivi personnalisé de la progression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d'accès pour les apprenants autonomes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Objectifs du Projet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69080" cy="11430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4747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10972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interactif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417320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des exercices variés (QCM, conjugaison, vocabulaire) pour rendre l'apprentissage engageant.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69080" cy="11430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005840"/>
            <a:ext cx="34747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35331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93792" y="109728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93792" y="1417320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l'inscription, la connexion sécurisée et le suivi de la progression de chaque apprenant.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331720"/>
            <a:ext cx="4069080" cy="11430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31720"/>
            <a:ext cx="34747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7919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" y="2423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multilingue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2743200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Couvrir plusieurs langues avec du contenu structuré par niveaux (A1 à C2).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069080" cy="11430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31720"/>
            <a:ext cx="34747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67919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93792" y="24231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intuitive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93792" y="2743200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une interface conviviale, responsive et accessible sur tous les appareils.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3657600"/>
            <a:ext cx="4069080" cy="11430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657600"/>
            <a:ext cx="34747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0507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4672" y="3749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" y="4069080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Fournir un espace administrateur pour gérer les cours, utilisateurs et statistiques.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54880" y="3657600"/>
            <a:ext cx="4069080" cy="11430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3657600"/>
            <a:ext cx="347472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005072"/>
            <a:ext cx="347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93792" y="374904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Sécurité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93792" y="4069080"/>
            <a:ext cx="3520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une application rapide, fiable et sécurisée.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Étude de l'Existant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10312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77440" y="960120"/>
            <a:ext cx="22860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228600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0058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960120"/>
            <a:ext cx="2103120" cy="411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Apport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17320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1371600"/>
            <a:ext cx="2286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417320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Gamification, mobile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2286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417320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grammaire approfondie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371600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2592" y="1417320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académique structuré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148840"/>
            <a:ext cx="21031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194560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Babbel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2148840"/>
            <a:ext cx="22860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50592" y="2194560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structurée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148840"/>
            <a:ext cx="228600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2194560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Payant, peu interactif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2148840"/>
            <a:ext cx="2103120" cy="74980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22592" y="2194560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gratuit &amp; exercices variés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971800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Rosetta Stone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2926080"/>
            <a:ext cx="2286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2971800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totale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926080"/>
            <a:ext cx="22860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2971800"/>
            <a:ext cx="21396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Coûteux, pas de traduction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949440" y="2926080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2971800"/>
            <a:ext cx="19568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bilingue claire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3794760"/>
            <a:ext cx="8595360" cy="7772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858768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valeur ajoutée : Une application web académique, entièrement en français, gratuite, combinant exercices interactifs et suivi de progression personnalisé.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Technologies &amp;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508760"/>
            <a:ext cx="23774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 err="1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java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23774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651760" cy="35661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Text 9"/>
          <p:cNvSpPr/>
          <p:nvPr/>
        </p:nvSpPr>
        <p:spPr>
          <a:xfrm>
            <a:off x="3337560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chemeClr val="bg1"/>
                </a:solidFill>
              </a:rPr>
              <a:t>Google Gemini</a:t>
            </a:r>
          </a:p>
        </p:txBody>
      </p:sp>
      <p:sp>
        <p:nvSpPr>
          <p:cNvPr id="13" name="Text 11"/>
          <p:cNvSpPr/>
          <p:nvPr/>
        </p:nvSpPr>
        <p:spPr>
          <a:xfrm>
            <a:off x="333756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337560" y="26060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OkHttp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37560" y="31546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651760" cy="169164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5087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en mémoire (Listes Java)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2057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2834640"/>
            <a:ext cx="2651760" cy="169164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926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Méthodes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3383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09360" y="3931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25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00E993DC-81B0-4330-9EAF-502332EF7F5D}"/>
              </a:ext>
            </a:extLst>
          </p:cNvPr>
          <p:cNvSpPr/>
          <p:nvPr/>
        </p:nvSpPr>
        <p:spPr>
          <a:xfrm>
            <a:off x="411480" y="2572817"/>
            <a:ext cx="23774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</a:t>
            </a:r>
            <a:endParaRPr lang="en-US" sz="1250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FD28D62E-2C6F-451C-8166-3A7F3F172CB7}"/>
              </a:ext>
            </a:extLst>
          </p:cNvPr>
          <p:cNvSpPr/>
          <p:nvPr/>
        </p:nvSpPr>
        <p:spPr>
          <a:xfrm>
            <a:off x="411480" y="3067812"/>
            <a:ext cx="237744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Binding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Architecture De </a:t>
            </a:r>
            <a:r>
              <a:rPr lang="en-US" sz="2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Lapplication</a:t>
            </a:r>
            <a:endParaRPr lang="en-US" sz="2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6576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8912" y="1186434"/>
            <a:ext cx="173736" cy="120929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30464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75104"/>
            <a:ext cx="3383280" cy="45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Interface </a:t>
            </a:r>
            <a:r>
              <a:rPr lang="en-US" sz="1200" b="1" dirty="0" err="1"/>
              <a:t>Utilisateur</a:t>
            </a:r>
            <a:endParaRPr lang="en-US" sz="1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XML Layouts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Activities Java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RecyclerView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 err="1"/>
              <a:t>CardView</a:t>
            </a:r>
            <a:r>
              <a:rPr lang="en-US" sz="12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Material Design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2585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" y="30083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32644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fr-FR" sz="1200" b="1" dirty="0"/>
          </a:p>
          <a:p>
            <a:endParaRPr lang="fr-FR" sz="1200" b="1" dirty="0"/>
          </a:p>
          <a:p>
            <a:endParaRPr lang="fr-FR" sz="1200" b="1" dirty="0"/>
          </a:p>
          <a:p>
            <a:r>
              <a:rPr lang="fr-FR" sz="1200" b="1" dirty="0"/>
              <a:t>Fonctionnalités principales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Authentification utilisateur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Apprentissage Français / Anglais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Quiz interactifs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 err="1"/>
              <a:t>ChatBot</a:t>
            </a:r>
            <a:r>
              <a:rPr lang="fr-FR" sz="1200" dirty="0"/>
              <a:t> IA avec Gemini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Reconnaissance vocale (Micro)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Caméra pour photo de profil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Localisation GPS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200" dirty="0"/>
              <a:t>Carte interactive </a:t>
            </a:r>
            <a:r>
              <a:rPr lang="fr-FR" sz="1200" dirty="0" err="1"/>
              <a:t>OpenStreetMap</a:t>
            </a:r>
            <a:endParaRPr lang="fr-FR" sz="1200" dirty="0"/>
          </a:p>
        </p:txBody>
      </p:sp>
      <p:sp>
        <p:nvSpPr>
          <p:cNvPr id="15" name="Shape 13"/>
          <p:cNvSpPr/>
          <p:nvPr/>
        </p:nvSpPr>
        <p:spPr>
          <a:xfrm>
            <a:off x="407822" y="2904134"/>
            <a:ext cx="204826" cy="1557909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581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40142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960120"/>
            <a:ext cx="4389120" cy="36576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Entités Principales (MCD)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1508760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175564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nom, email, mot_de_passe, niveau, rôle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130552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63440" y="237744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nom, code, description, niveau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752344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663440" y="29992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titre, contenu, langue_id, ordre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374136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663440" y="362102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type, question, réponse, leçon_id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995928"/>
            <a:ext cx="4023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663440" y="424281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utilisateur_id, leçon_id, score, date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Fonctionnalités Principales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16052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87552"/>
            <a:ext cx="41605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&amp; Connexion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sécurisée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par email/mot de passe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personnalisable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87552"/>
            <a:ext cx="4160520" cy="1828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987552"/>
            <a:ext cx="41605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4241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Cours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Langues disponibles : Anglais, Arabe, Français…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A1 à C2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Leçons structurées et progressives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4160520" cy="18288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953512"/>
            <a:ext cx="41605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083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Interactifs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11480" y="34290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QCM, remplissage de texte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 de traduction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instantanée avec feedback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953512"/>
            <a:ext cx="4160520" cy="1828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953512"/>
            <a:ext cx="41605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0837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Administrateur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46320" y="342900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Ajout/modification de cours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statistique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– 09  |  Tests, Résultats &amp; Perspectives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Effectués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73152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Fonctionnels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chaque fonctionnalité (CRUD, authentification, exercices)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73152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4028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d'Interface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24871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Compatibilité navigateurs et responsivité mobile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971800"/>
            <a:ext cx="73152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97180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Sécurité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contre les injections SQL et failles XSS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703320"/>
            <a:ext cx="73152" cy="5029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Utilisateurs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94360" y="3950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d'apprenants sur l'ergonomie et la facilité d'usage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480560" y="960120"/>
            <a:ext cx="4389120" cy="356616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&amp; Améliorations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1508760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d'un moteur Text-to-Speech pour la prononciation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2002536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0025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chatbot conversationnel basé sur l'IA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2496312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4963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gamification (badges, points, classement)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2990088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990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(Android 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17720" y="3483864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4838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 cours vidéo et contenu multimédia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17720" y="3977640"/>
            <a:ext cx="2743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977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d'exercices par IA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41148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a permis de concevoir et développer une application web complète dédiée à l'apprentissage des langues, répondant aux besoins réels des apprenants modernes.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286000"/>
            <a:ext cx="2743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8600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du cycle complet de développement web (analyse → conception → réalisation → tests)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2743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 bonnes pratiques : architecture MVC, sécurité, responsive design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74720"/>
            <a:ext cx="2743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47472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de compétences techniques (PHP, MySQL, JavaScript, Bootstrap)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069080"/>
            <a:ext cx="27432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069080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Renforcement des aptitudes en gestion de projet et modélisation UML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663440"/>
            <a:ext cx="8229600" cy="3200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 –  Abouzraa Assia  |  2024 – 2025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755</Words>
  <Application>Microsoft Office PowerPoint</Application>
  <PresentationFormat>Affichage à l'écran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Web pour les Langues - Abouzraa Assia</dc:title>
  <dc:subject>PptxGenJS Presentation</dc:subject>
  <dc:creator>PptxGenJS</dc:creator>
  <cp:lastModifiedBy>user</cp:lastModifiedBy>
  <cp:revision>6</cp:revision>
  <dcterms:created xsi:type="dcterms:W3CDTF">2026-05-19T08:09:10Z</dcterms:created>
  <dcterms:modified xsi:type="dcterms:W3CDTF">2026-05-19T10:52:41Z</dcterms:modified>
</cp:coreProperties>
</file>